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AFC6-ED2A-497A-925B-407C29AD6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FA08B-C2DA-48DE-885D-2D3612F3E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F351-78DD-4644-B10D-073BD4FD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E6E2-B889-43EA-9770-9F007ED3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EB76F-6E72-4B6F-9B59-D478E090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9963-BC90-4D10-A313-E8CB58DE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1B24-2209-414B-90D4-64FFBA072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D45CA-53BC-40EC-BD61-4777DB32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74BE4-EE55-4EA8-A9F2-BADBAA8F7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72B26-5A88-4BFB-BD7E-0258BB9E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5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1322-AC1E-4C56-B9E1-B85F25F5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2B8DD-1083-4FB2-AE06-E805B6C14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9AEFD-B86A-4B69-9B71-72C68848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94FDC-689E-4CB7-8806-835DF81F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5BBE7-25C9-4030-BFAD-0AE676EF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5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3C3D-2916-4DED-9F84-5B085FE6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9F0F3-3421-4BB5-80DE-61A5A3417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01F3F-1D0E-46BF-B049-1F5150272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71C77-5B00-4E73-9776-D831A979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B863A-5C08-4910-BCFB-0CE6CFE2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D1376-2A74-441C-9913-33F7D1FB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7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A6CD-3413-46F1-9273-26E009FB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27045-00DB-4136-AA8D-CDAE28EF1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4EB4B-7C8F-4EF3-A37E-9873688B7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E5940-2D40-48B1-816F-CE1101548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F9E2E-9183-4FBA-8ABF-132799DBD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96201-DBDC-4EE5-ACBD-DEFE6C00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B91CA-A217-431F-ABCA-15D668C8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C1A4F-1233-4C72-9F29-878B7F1D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2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89DD-D407-494E-AC78-8E93800D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2EC04-60E1-4A15-80F3-1E030DF8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670CC-8C4E-47E2-A0A6-7C6D5A02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5081E-3DD2-46C0-B7BC-B2D93D1A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5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C45B9-1D81-4406-8C8A-33DEDB08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09DD5-8693-4025-AEC1-45450B7A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7DA21-2828-4715-83B4-5E964CEA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18CD-A0FC-4A66-825D-6F4BD67F6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D7C5-F4DE-490A-8DD3-C44647F5E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C48F3-6B29-4BD8-A08E-6C73325FA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BFAE-D69E-4039-88D4-3BFCF8B8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4F6C5-9AAF-4EED-9251-88FA58F6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C205C-FC99-4600-84BF-3063F880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8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1A1B-7AAB-4684-9FBC-ED4D6C6F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910E-3DFA-40E4-9610-7ADF93184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A94FD-9069-428B-905F-A4BD41052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7200B-FEBD-4467-9E78-1F5D1F03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D3352-2514-4165-9ACB-871CFA39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4A65A-639F-4EB1-8200-44F462B9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4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31D9-C70A-4E5E-9972-D4FC380E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22EDD-27B2-41E4-8BF8-0C07BF543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E6DB-0C32-4125-8A19-BC7300D9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17CD3-2F47-4C41-932C-A7B5C7D5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2922-937B-4ABB-8FE9-C20115A3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7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546DE-B08F-48EC-BF2B-9B11A3515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AC623-FAF0-4D69-BA78-E392B1B0B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6587-87FE-4494-8A71-9D5AD059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04605-E192-43D2-8CB9-9810E01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E34A4-643F-4E9D-B9E4-2080F5F3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6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8B463A-93DE-4F97-936D-6EF1BF4E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CA466-BFBC-4D13-BD49-CF719D8B1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5278-ACDA-4092-BC04-608250AE3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C4091-430D-4889-BBAB-DF4AB5F72BA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AC7C9-ED2A-4FC2-97FF-D9BA7C0D7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0FD55-3124-4FAE-BE44-5BC24428E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87AE5-F537-450D-8471-354179C02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0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F0BE-33E8-4587-9960-9F6EB4487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pptx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49D24-25D8-4258-B5A9-68E11F51B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4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pptx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ppsx test</dc:title>
  <dc:creator>Matthew</dc:creator>
  <cp:lastModifiedBy>Matthew</cp:lastModifiedBy>
  <cp:revision>2</cp:revision>
  <dcterms:created xsi:type="dcterms:W3CDTF">2026-08-04T23:25:02Z</dcterms:created>
  <dcterms:modified xsi:type="dcterms:W3CDTF">2026-08-04T23:25:51Z</dcterms:modified>
</cp:coreProperties>
</file>